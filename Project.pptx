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0F4F4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E0F4F4"/>
                </a:solidFill>
                <a:latin typeface="Arial" panose="020B0604020202020204"/>
              </a:rPr>
              <a:t>Friend Network Growth (Monthly)</a:t>
            </a:r>
            <a:endParaRPr sz="1200" b="0" i="0" u="none" strike="noStrike">
              <a:solidFill>
                <a:srgbClr val="E0F4F4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Friends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28</c:v>
                </c:pt>
                <c:pt idx="4">
                  <c:v>35</c:v>
                </c:pt>
                <c:pt idx="5">
                  <c:v>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B8C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B8C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b210049-ab90-465a-8957-fdba65a6749b}"/>
      </c:ext>
    </c:extLst>
  </c:chart>
  <c:spPr>
    <a:solidFill>
      <a:srgbClr val="102436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introducing the App Features section of the Social Network Friend Recommendation System mini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50292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2809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2C39A"/>
                </a:solidFill>
              </a:rPr>
              <a:t>MINI PROJECT PRESENTATION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 Features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Network Friend Recommendation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 Graph Algorithms · AI-Driven Suggestions · Real-Time Updates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02436"/>
          </a:solidFill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547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474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02436"/>
          </a:solidFill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547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0" y="41330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474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02436"/>
          </a:solidFill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547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41330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474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02436"/>
          </a:solidFill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3547872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41330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Friend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Graph-based algorithms surface the most relevant connection suggestions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361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71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Friends (BFS)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719072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Breadth-First Search traverses the social graph to identify users sharing the most common connections with you.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6791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514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Jaccard Similarity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862072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the ratio of shared friends to total friends, giving a normalized similarity score for ranking candidates.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8221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65760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Traversal Depth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005072"/>
            <a:ext cx="338328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Explores 2nd and 3rd degree connections, expanding reach while prioritizing closer network proximity.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1463040"/>
            <a:ext cx="960120" cy="86868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12280" y="1463040"/>
            <a:ext cx="960120" cy="86868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0" y="2331720"/>
            <a:ext cx="1325880" cy="50292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812280" y="2331720"/>
            <a:ext cx="123444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766560" y="2331720"/>
            <a:ext cx="45720" cy="114300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577840" y="1188720"/>
            <a:ext cx="502920" cy="5029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1188720"/>
            <a:ext cx="502920" cy="5029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2560320"/>
            <a:ext cx="502920" cy="5029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560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2468880"/>
            <a:ext cx="502920" cy="502920"/>
          </a:xfrm>
          <a:prstGeom prst="ellipse">
            <a:avLst/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468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200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297680"/>
            <a:ext cx="228600" cy="228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B8C0"/>
                </a:solidFill>
              </a:rPr>
              <a:t>Direct Connection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4297680"/>
            <a:ext cx="228600" cy="228600"/>
          </a:xfrm>
          <a:prstGeom prst="ellipse">
            <a:avLst/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33488" y="42976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B8C0"/>
                </a:solidFill>
              </a:rPr>
              <a:t>Suggested Friend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Profile &amp; People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profile management with a powerful people-search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02436"/>
          </a:solidFill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1554480"/>
            <a:ext cx="1371600" cy="137160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55448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Alex Johnson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Engineer · Mumbai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8C0"/>
                </a:solidFill>
              </a:rPr>
              <a:t>Friends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55064" y="3749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55064" y="4041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8C0"/>
                </a:solidFill>
              </a:rPr>
              <a:t>Pending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07208" y="3749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07208" y="4041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8C0"/>
                </a:solidFill>
              </a:rPr>
              <a:t>Mutual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51960" y="132588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132588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3258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18488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name, location, or mutual connections with real-time filtered results.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19456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219456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487168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bio, profile picture, and interests. Changes reflect instantly across the network.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306324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43400" y="306324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306324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 Strength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355848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a relationship score based on interactions, mutual friends, and shared interests.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93192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43400" y="393192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46320" y="393192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Stats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224528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your friend count, pending requests, and degree of separation from any user.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Friend Request Management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Send, accept, decline, and withdraw friend requests with full status tracking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709928"/>
            <a:ext cx="731520" cy="0"/>
          </a:xfrm>
          <a:prstGeom prst="line">
            <a:avLst/>
          </a:prstGeom>
          <a:noFill/>
          <a:ln w="19050">
            <a:solidFill>
              <a:srgbClr val="8BB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5544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B8C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5A6A7A"/>
          </a:solidFill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709928"/>
            <a:ext cx="731520" cy="0"/>
          </a:xfrm>
          <a:prstGeom prst="line">
            <a:avLst/>
          </a:prstGeom>
          <a:noFill/>
          <a:ln w="19050">
            <a:solidFill>
              <a:srgbClr val="8BB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55448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B8C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3716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1089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Declined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40233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5A5A6A"/>
          </a:solidFill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402336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Withdrawn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874520"/>
            <a:ext cx="0" cy="1920240"/>
          </a:xfrm>
          <a:prstGeom prst="line">
            <a:avLst/>
          </a:prstGeom>
          <a:noFill/>
          <a:ln w="12700">
            <a:solidFill>
              <a:srgbClr val="8BB8C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37560" y="3447288"/>
            <a:ext cx="11430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337560" y="4361688"/>
            <a:ext cx="1143000" cy="0"/>
          </a:xfrm>
          <a:prstGeom prst="line">
            <a:avLst/>
          </a:prstGeom>
          <a:noFill/>
          <a:ln w="12700">
            <a:solidFill>
              <a:srgbClr val="5A5A6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92240" y="1261872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2618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</a:rPr>
              <a:t>Incoming Requests 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155448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F4F4"/>
                </a:solidFill>
              </a:rPr>
              <a:t>View all pending friend requests with mutual friend count and profile previews. Accept or decline in one click.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92240" y="2176272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21762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</a:rPr>
              <a:t>Sent Requests Tracker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246888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F4F4"/>
                </a:solidFill>
              </a:rPr>
              <a:t>Monitor the status of outgoing friend requests. Cancel anytime if unanswered.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3090672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30906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</a:rPr>
              <a:t>Mutual Connection Highlight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38328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F4F4"/>
                </a:solidFill>
              </a:rPr>
              <a:t>Each request card shows shared friends to help users make informed decisions.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92240" y="4005072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400507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C39A"/>
                </a:solidFill>
              </a:rPr>
              <a:t>Auto-cleanup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297680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F4F4"/>
                </a:solidFill>
              </a:rPr>
              <a:t>Expired or ignored requests are automatically archived after 30 days to keep the feed clean.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Notifications &amp; Activity Feed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informed about connection activity, new recommendations, and network updates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02436"/>
          </a:solidFill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840480" cy="457200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  Notifications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1371600"/>
            <a:ext cx="256032" cy="25603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3716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0D1E2E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0574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2024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4F4"/>
                </a:solidFill>
              </a:rPr>
              <a:t>👥 Priya Sharma accepted your friend request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B8C0"/>
                </a:solidFill>
              </a:rPr>
              <a:t>2m ago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624328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871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4F4"/>
                </a:solidFill>
              </a:rPr>
              <a:t>💡 You have 5 new friend suggestions based on mutual connections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2487168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B8C0"/>
                </a:solidFill>
              </a:rPr>
              <a:t>15m ago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035808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0D1E2E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9125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5409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4F4"/>
                </a:solidFill>
              </a:rPr>
              <a:t>📨 Rahul Verma sent you a friend request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054096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B8C0"/>
                </a:solidFill>
              </a:rPr>
              <a:t>1h ago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182880" cy="182880"/>
          </a:xfrm>
          <a:prstGeom prst="ellipse">
            <a:avLst/>
          </a:prstGeom>
          <a:solidFill>
            <a:srgbClr val="8BB8C0"/>
          </a:solidFill>
          <a:ln w="12700">
            <a:solidFill>
              <a:srgbClr val="8BB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2102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4F4"/>
                </a:solidFill>
              </a:rPr>
              <a:t>🌐 Your connection Neha joined 3 mutual groups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3621024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B8C0"/>
                </a:solidFill>
              </a:rPr>
              <a:t>3h ago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0D1E2E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25112"/>
            <a:ext cx="182880" cy="182880"/>
          </a:xfrm>
          <a:prstGeom prst="ellipse">
            <a:avLst/>
          </a:prstGeom>
          <a:solidFill>
            <a:srgbClr val="8BB8C0"/>
          </a:solidFill>
          <a:ln w="12700">
            <a:solidFill>
              <a:srgbClr val="8BB8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8795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0F4F4"/>
                </a:solidFill>
              </a:rPr>
              <a:t>⭐ Weekly summary: 8 new suggestions available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187952"/>
            <a:ext cx="594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BB8C0"/>
                </a:solidFill>
              </a:rPr>
              <a:t>1d ago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132588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13258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</a:rPr>
              <a:t>⚡  Instant Alerts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1618488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</a:rPr>
              <a:t>WebSocket-based push notifications for friend requests, acceptances, and new suggestions — no page refresh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24028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22402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</a:rPr>
              <a:t>📰  Activity Feed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2532888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</a:rPr>
              <a:t>Chronological stream of network events: new connections, mutual group joins, and suggestion updates.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15468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31546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</a:rPr>
              <a:t>🎯  Smart Digest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3447288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</a:rPr>
              <a:t>Weekly summary notification highlights top new recommendations and pending requests to re-engage users.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06908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40690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</a:rPr>
              <a:t>🔕  Notification Controls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0" y="4361688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4F4"/>
                </a:solidFill>
              </a:rPr>
              <a:t>Users can mute specific notification types to customise their experience without turning off alerts entirely.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Privacy &amp; Security Controls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data protection, access control, and secure authentication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356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Password hashing with bcrypt. Session tokens with expiry. Brute-force protection on auth endpoints.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356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Control who sees your profile: Public, Friends Only, or Private. Applied to search results and suggestions.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43560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&amp;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Block users to prevent requests and hide profiles. Report inappropriate behaviour with one click.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1868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Encryption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All sensitive data encrypted in transit (HTTPS/TLS) and at rest. No plain-text credential storage.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21868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74720" y="370332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Limits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97764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Rate-limiting on friend requests and searches prevents spam and automated abuse of the platform.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31089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3218688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0" y="370332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977640"/>
            <a:ext cx="2514600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Users can review their login history and recent account activity to spot unauthorized access.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" y="29260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Analytics &amp;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B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metrics to understand your network growth and connection patterns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8016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3154680" cy="804672"/>
          </a:xfrm>
          <a:prstGeom prst="roundRect">
            <a:avLst>
              <a:gd name="adj" fmla="val 11364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280160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03720" y="12801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Degree of Separation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3720" y="162763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between any two users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12848"/>
            <a:ext cx="3154680" cy="804672"/>
          </a:xfrm>
          <a:prstGeom prst="roundRect">
            <a:avLst>
              <a:gd name="adj" fmla="val 11364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212848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87%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03720" y="2212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 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03720" y="25603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accepted suggestions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145536"/>
            <a:ext cx="3154680" cy="804672"/>
          </a:xfrm>
          <a:prstGeom prst="roundRect">
            <a:avLst>
              <a:gd name="adj" fmla="val 11364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31455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3.4x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903720" y="314553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Growth Rate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349300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after enabling suggestions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4078224"/>
            <a:ext cx="3154680" cy="804672"/>
          </a:xfrm>
          <a:prstGeom prst="roundRect">
            <a:avLst>
              <a:gd name="adj" fmla="val 11364"/>
            </a:avLst>
          </a:prstGeom>
          <a:solidFill>
            <a:srgbClr val="102436"/>
          </a:solidFill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52160" y="4078224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200ms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903720" y="40782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Graph Query Speed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03720" y="442569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BFS on 10k+ nodes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773168"/>
            <a:ext cx="8458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B8C0"/>
                </a:solidFill>
              </a:rPr>
              <a:t>All metrics computed on simulated dataset of 10,000 users for academic evaluation purposes.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4747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social networking experience built on graph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2821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2821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BFS · Jaccard Similarity · 2nd Degree Connections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2821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2821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5544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Profiles &amp;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94767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Edit Profile · People Search · Network Stats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7977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797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6060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Friend Request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99923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Send · Accept · Decline · Withdraw · Tracker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77977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797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60604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99923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Push Alerts · Activity Feed · Smart Digest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83133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313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&amp; Security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0507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Auth · Visibility Controls · Block · Encryption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4069080" cy="896112"/>
          </a:xfrm>
          <a:prstGeom prst="roundRect">
            <a:avLst>
              <a:gd name="adj" fmla="val 10204"/>
            </a:avLst>
          </a:prstGeom>
          <a:solidFill>
            <a:srgbClr val="102436"/>
          </a:solidFill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83133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313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65760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Analytics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507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B8C0"/>
                </a:solidFill>
              </a:rPr>
              <a:t>Growth Charts · Accuracy · Performance Metrics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0" y="4663440"/>
            <a:ext cx="48006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66344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4F4"/>
                </a:solidFill>
              </a:rPr>
              <a:t>Social Network Friend Recommendation System  ·  Mini Project  ·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4542</Words>
  <Application>WPS Presentation</Application>
  <PresentationFormat>On-screen Show (16:9)</PresentationFormat>
  <Paragraphs>307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Friend Recommendation - App Features</dc:title>
  <dc:creator>PptxGenJS</dc:creator>
  <dc:subject>PptxGenJS Presentation</dc:subject>
  <cp:lastModifiedBy>V Vishnu</cp:lastModifiedBy>
  <cp:revision>3</cp:revision>
  <dcterms:created xsi:type="dcterms:W3CDTF">2026-06-24T08:09:00Z</dcterms:created>
  <dcterms:modified xsi:type="dcterms:W3CDTF">2026-06-24T11:08:52Z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20DCE59873E244B38008009F80E033B9_12</vt:lpwstr>
  </property>
  <property fmtid="{D5CDD505-2E9C-101B-9397-08002B2CF9AE}" pid="3" name="KSOProductBuildVer">
    <vt:lpwstr>1033-12.1.0.26880</vt:lpwstr>
  </property>
</Properties>
</file>